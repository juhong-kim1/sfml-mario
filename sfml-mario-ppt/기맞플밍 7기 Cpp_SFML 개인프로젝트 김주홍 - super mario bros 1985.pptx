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woo" initials="s" lastIdx="1" clrIdx="0">
    <p:extLst>
      <p:ext uri="{19B8F6BF-5375-455C-9EA6-DF929625EA0E}">
        <p15:presenceInfo xmlns:p15="http://schemas.microsoft.com/office/powerpoint/2012/main" userId="saw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D9D9D9"/>
    <a:srgbClr val="DDDDDD"/>
    <a:srgbClr val="009BD9"/>
    <a:srgbClr val="44AF35"/>
    <a:srgbClr val="FCCF00"/>
    <a:srgbClr val="E623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9CB46-50FE-40D2-8185-9A3275A41394}" v="24" dt="2025-07-20T15:24:03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128" y="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nghd007@naver.com" userId="49735953dcbe0cd9" providerId="LiveId" clId="{1BB9CB46-50FE-40D2-8185-9A3275A41394}"/>
    <pc:docChg chg="undo custSel addSld delSld modSld sldOrd">
      <pc:chgData name="wnghd007@naver.com" userId="49735953dcbe0cd9" providerId="LiveId" clId="{1BB9CB46-50FE-40D2-8185-9A3275A41394}" dt="2025-07-20T15:24:07.448" v="552" actId="47"/>
      <pc:docMkLst>
        <pc:docMk/>
      </pc:docMkLst>
      <pc:sldChg chg="modSp mod">
        <pc:chgData name="wnghd007@naver.com" userId="49735953dcbe0cd9" providerId="LiveId" clId="{1BB9CB46-50FE-40D2-8185-9A3275A41394}" dt="2025-07-20T14:45:56.281" v="185" actId="14100"/>
        <pc:sldMkLst>
          <pc:docMk/>
          <pc:sldMk cId="948523284" sldId="257"/>
        </pc:sldMkLst>
        <pc:spChg chg="mod">
          <ac:chgData name="wnghd007@naver.com" userId="49735953dcbe0cd9" providerId="LiveId" clId="{1BB9CB46-50FE-40D2-8185-9A3275A41394}" dt="2025-07-20T14:45:54.186" v="181" actId="1035"/>
          <ac:spMkLst>
            <pc:docMk/>
            <pc:sldMk cId="948523284" sldId="257"/>
            <ac:spMk id="22" creationId="{809019C6-7D1B-47CF-AAA3-663C06D2D3AF}"/>
          </ac:spMkLst>
        </pc:spChg>
        <pc:spChg chg="mod">
          <ac:chgData name="wnghd007@naver.com" userId="49735953dcbe0cd9" providerId="LiveId" clId="{1BB9CB46-50FE-40D2-8185-9A3275A41394}" dt="2025-07-20T14:45:54.186" v="181" actId="1035"/>
          <ac:spMkLst>
            <pc:docMk/>
            <pc:sldMk cId="948523284" sldId="257"/>
            <ac:spMk id="24" creationId="{897DD729-8F75-48B7-B00D-754802601824}"/>
          </ac:spMkLst>
        </pc:spChg>
        <pc:picChg chg="mod">
          <ac:chgData name="wnghd007@naver.com" userId="49735953dcbe0cd9" providerId="LiveId" clId="{1BB9CB46-50FE-40D2-8185-9A3275A41394}" dt="2025-07-20T14:45:55.820" v="184" actId="1076"/>
          <ac:picMkLst>
            <pc:docMk/>
            <pc:sldMk cId="948523284" sldId="257"/>
            <ac:picMk id="5" creationId="{58D527EA-0C9B-4FA7-9CE6-BDFBA2770362}"/>
          </ac:picMkLst>
        </pc:picChg>
        <pc:picChg chg="mod">
          <ac:chgData name="wnghd007@naver.com" userId="49735953dcbe0cd9" providerId="LiveId" clId="{1BB9CB46-50FE-40D2-8185-9A3275A41394}" dt="2025-07-20T14:45:56.281" v="185" actId="14100"/>
          <ac:picMkLst>
            <pc:docMk/>
            <pc:sldMk cId="948523284" sldId="257"/>
            <ac:picMk id="9" creationId="{B68F7CEA-7924-4F2A-BF9B-ADB0EB857FC6}"/>
          </ac:picMkLst>
        </pc:picChg>
        <pc:picChg chg="mod">
          <ac:chgData name="wnghd007@naver.com" userId="49735953dcbe0cd9" providerId="LiveId" clId="{1BB9CB46-50FE-40D2-8185-9A3275A41394}" dt="2025-07-20T14:45:55.460" v="183" actId="1035"/>
          <ac:picMkLst>
            <pc:docMk/>
            <pc:sldMk cId="948523284" sldId="257"/>
            <ac:picMk id="23" creationId="{089D2B0C-6C4B-4266-B059-C9739DDD90D1}"/>
          </ac:picMkLst>
        </pc:picChg>
        <pc:cxnChg chg="mod">
          <ac:chgData name="wnghd007@naver.com" userId="49735953dcbe0cd9" providerId="LiveId" clId="{1BB9CB46-50FE-40D2-8185-9A3275A41394}" dt="2025-07-20T14:45:54.186" v="181" actId="1035"/>
          <ac:cxnSpMkLst>
            <pc:docMk/>
            <pc:sldMk cId="948523284" sldId="257"/>
            <ac:cxnSpMk id="14" creationId="{F0FC666E-525E-4A9E-96DF-C669D3A32998}"/>
          </ac:cxnSpMkLst>
        </pc:cxnChg>
      </pc:sldChg>
      <pc:sldChg chg="ord">
        <pc:chgData name="wnghd007@naver.com" userId="49735953dcbe0cd9" providerId="LiveId" clId="{1BB9CB46-50FE-40D2-8185-9A3275A41394}" dt="2025-07-20T15:10:02.822" v="200"/>
        <pc:sldMkLst>
          <pc:docMk/>
          <pc:sldMk cId="336264721" sldId="258"/>
        </pc:sldMkLst>
      </pc:sldChg>
      <pc:sldChg chg="addSp modSp mod">
        <pc:chgData name="wnghd007@naver.com" userId="49735953dcbe0cd9" providerId="LiveId" clId="{1BB9CB46-50FE-40D2-8185-9A3275A41394}" dt="2025-07-20T15:22:31.838" v="534" actId="20577"/>
        <pc:sldMkLst>
          <pc:docMk/>
          <pc:sldMk cId="201938551" sldId="260"/>
        </pc:sldMkLst>
        <pc:spChg chg="add mod">
          <ac:chgData name="wnghd007@naver.com" userId="49735953dcbe0cd9" providerId="LiveId" clId="{1BB9CB46-50FE-40D2-8185-9A3275A41394}" dt="2025-07-20T15:22:31.838" v="534" actId="20577"/>
          <ac:spMkLst>
            <pc:docMk/>
            <pc:sldMk cId="201938551" sldId="260"/>
            <ac:spMk id="2" creationId="{0C0C0060-A96E-3F52-8630-1E10233E889E}"/>
          </ac:spMkLst>
        </pc:spChg>
        <pc:spChg chg="mod">
          <ac:chgData name="wnghd007@naver.com" userId="49735953dcbe0cd9" providerId="LiveId" clId="{1BB9CB46-50FE-40D2-8185-9A3275A41394}" dt="2025-07-20T14:46:23.319" v="198" actId="20577"/>
          <ac:spMkLst>
            <pc:docMk/>
            <pc:sldMk cId="201938551" sldId="260"/>
            <ac:spMk id="8" creationId="{341AA0BB-41C8-4356-B21D-844EA371B82E}"/>
          </ac:spMkLst>
        </pc:spChg>
      </pc:sldChg>
      <pc:sldChg chg="modSp add mod setBg">
        <pc:chgData name="wnghd007@naver.com" userId="49735953dcbe0cd9" providerId="LiveId" clId="{1BB9CB46-50FE-40D2-8185-9A3275A41394}" dt="2025-07-20T15:23:00.189" v="550" actId="20577"/>
        <pc:sldMkLst>
          <pc:docMk/>
          <pc:sldMk cId="2639665732" sldId="261"/>
        </pc:sldMkLst>
        <pc:spChg chg="mod">
          <ac:chgData name="wnghd007@naver.com" userId="49735953dcbe0cd9" providerId="LiveId" clId="{1BB9CB46-50FE-40D2-8185-9A3275A41394}" dt="2025-07-20T15:23:00.189" v="550" actId="20577"/>
          <ac:spMkLst>
            <pc:docMk/>
            <pc:sldMk cId="2639665732" sldId="261"/>
            <ac:spMk id="8" creationId="{08D80FD0-15F3-B283-D133-37E9B6D5260B}"/>
          </ac:spMkLst>
        </pc:spChg>
      </pc:sldChg>
      <pc:sldChg chg="add del setBg">
        <pc:chgData name="wnghd007@naver.com" userId="49735953dcbe0cd9" providerId="LiveId" clId="{1BB9CB46-50FE-40D2-8185-9A3275A41394}" dt="2025-07-20T15:24:07.448" v="552" actId="47"/>
        <pc:sldMkLst>
          <pc:docMk/>
          <pc:sldMk cId="4125087759" sldId="262"/>
        </pc:sldMkLst>
      </pc:sldChg>
    </pc:docChg>
  </pc:docChgLst>
  <pc:docChgLst>
    <pc:chgData name="wnghd007@naver.com" userId="49735953dcbe0cd9" providerId="LiveId" clId="{4E158171-FE1B-4ACC-9953-0339B22B4BD4}"/>
    <pc:docChg chg="undo custSel modSld">
      <pc:chgData name="wnghd007@naver.com" userId="49735953dcbe0cd9" providerId="LiveId" clId="{4E158171-FE1B-4ACC-9953-0339B22B4BD4}" dt="2025-07-20T14:39:03.641" v="15" actId="20577"/>
      <pc:docMkLst>
        <pc:docMk/>
      </pc:docMkLst>
      <pc:sldChg chg="modSp mod">
        <pc:chgData name="wnghd007@naver.com" userId="49735953dcbe0cd9" providerId="LiveId" clId="{4E158171-FE1B-4ACC-9953-0339B22B4BD4}" dt="2025-07-20T14:39:03.641" v="15" actId="20577"/>
        <pc:sldMkLst>
          <pc:docMk/>
          <pc:sldMk cId="4080262624" sldId="256"/>
        </pc:sldMkLst>
        <pc:spChg chg="mod">
          <ac:chgData name="wnghd007@naver.com" userId="49735953dcbe0cd9" providerId="LiveId" clId="{4E158171-FE1B-4ACC-9953-0339B22B4BD4}" dt="2025-07-20T14:39:03.641" v="15" actId="20577"/>
          <ac:spMkLst>
            <pc:docMk/>
            <pc:sldMk cId="4080262624" sldId="256"/>
            <ac:spMk id="23" creationId="{A5B81FAA-ADC8-47D9-93C0-12DAC6F63C6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33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3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82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05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66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86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74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7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91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12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390F3-543C-4508-AEBB-4FAA3C6E081D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4162B-8EB7-4C85-8BC8-861E49C48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65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jpeg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File:Mario Series Logo.svg - Wikimedia Commons">
            <a:extLst>
              <a:ext uri="{FF2B5EF4-FFF2-40B4-BE49-F238E27FC236}">
                <a16:creationId xmlns:a16="http://schemas.microsoft.com/office/drawing/2014/main" id="{2C24CBB0-8B1A-4B9E-9A4D-84057C762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661" y="4636071"/>
            <a:ext cx="2249309" cy="105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첫사랑이 돌아왔다">
            <a:extLst>
              <a:ext uri="{FF2B5EF4-FFF2-40B4-BE49-F238E27FC236}">
                <a16:creationId xmlns:a16="http://schemas.microsoft.com/office/drawing/2014/main" id="{A8FCE49C-9B9E-48AE-88F6-530B0FD82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0" t="14287" r="20795"/>
          <a:stretch/>
        </p:blipFill>
        <p:spPr bwMode="auto">
          <a:xfrm>
            <a:off x="577827" y="3277076"/>
            <a:ext cx="4120517" cy="358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81FDBFF-D856-44E2-BCDC-DA3D95CA4994}"/>
              </a:ext>
            </a:extLst>
          </p:cNvPr>
          <p:cNvSpPr/>
          <p:nvPr/>
        </p:nvSpPr>
        <p:spPr>
          <a:xfrm>
            <a:off x="5519635" y="6166545"/>
            <a:ext cx="11849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2025.07.21</a:t>
            </a:r>
            <a:endParaRPr lang="ko-KR" altLang="en-US" sz="160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34A6933-3B1E-4CCC-994A-1DA243AEA4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307"/>
          <a:stretch/>
        </p:blipFill>
        <p:spPr>
          <a:xfrm>
            <a:off x="240029" y="0"/>
            <a:ext cx="8521680" cy="350520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B81FAA-ADC8-47D9-93C0-12DAC6F63C6B}"/>
              </a:ext>
            </a:extLst>
          </p:cNvPr>
          <p:cNvSpPr/>
          <p:nvPr/>
        </p:nvSpPr>
        <p:spPr>
          <a:xfrm>
            <a:off x="2895903" y="1836829"/>
            <a:ext cx="33522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C++/SFML </a:t>
            </a:r>
            <a:r>
              <a:rPr lang="ko-KR" altLang="en-US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개인프로젝트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A87FB1-8C52-4E12-8F3C-DB44079BECF2}"/>
              </a:ext>
            </a:extLst>
          </p:cNvPr>
          <p:cNvSpPr/>
          <p:nvPr/>
        </p:nvSpPr>
        <p:spPr>
          <a:xfrm>
            <a:off x="1464775" y="611044"/>
            <a:ext cx="62144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4800" spc="-150" dirty="0">
                <a:solidFill>
                  <a:srgbClr val="009BD9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S</a:t>
            </a:r>
            <a:r>
              <a:rPr lang="en-US" altLang="ko-KR" sz="4800" spc="-150" dirty="0">
                <a:solidFill>
                  <a:srgbClr val="FCCF0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u</a:t>
            </a:r>
            <a:r>
              <a:rPr lang="en-US" altLang="ko-KR" sz="4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p</a:t>
            </a:r>
            <a:r>
              <a:rPr lang="en-US" altLang="ko-KR" sz="4800" spc="-150" dirty="0">
                <a:solidFill>
                  <a:srgbClr val="44AF35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e</a:t>
            </a:r>
            <a:r>
              <a:rPr lang="en-US" altLang="ko-KR" sz="4800" spc="-150" dirty="0">
                <a:solidFill>
                  <a:srgbClr val="FCCF0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r</a:t>
            </a:r>
            <a:r>
              <a:rPr lang="en-US" altLang="ko-KR" sz="4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 </a:t>
            </a:r>
            <a:r>
              <a:rPr lang="en-US" altLang="ko-KR" sz="4800" spc="-150" dirty="0" err="1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m</a:t>
            </a:r>
            <a:r>
              <a:rPr lang="en-US" altLang="ko-KR" sz="4800" spc="-150" dirty="0" err="1">
                <a:solidFill>
                  <a:srgbClr val="44AF35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a</a:t>
            </a:r>
            <a:r>
              <a:rPr lang="en-US" altLang="ko-KR" sz="4800" spc="-150" dirty="0" err="1">
                <a:solidFill>
                  <a:srgbClr val="FCCF0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r</a:t>
            </a:r>
            <a:r>
              <a:rPr lang="en-US" altLang="ko-KR" sz="4800" spc="-150" dirty="0" err="1">
                <a:solidFill>
                  <a:srgbClr val="009BD9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i</a:t>
            </a:r>
            <a:r>
              <a:rPr lang="en-US" altLang="ko-KR" sz="4800" spc="-150" dirty="0" err="1">
                <a:solidFill>
                  <a:srgbClr val="44AF35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o</a:t>
            </a:r>
            <a:r>
              <a:rPr lang="ko-KR" altLang="en-US" sz="4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 </a:t>
            </a:r>
            <a:r>
              <a:rPr lang="en-US" altLang="ko-KR" sz="4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b</a:t>
            </a:r>
            <a:r>
              <a:rPr lang="en-US" altLang="ko-KR" sz="4800" spc="-150" dirty="0">
                <a:solidFill>
                  <a:srgbClr val="FCCF0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r</a:t>
            </a:r>
            <a:r>
              <a:rPr lang="en-US" altLang="ko-KR" sz="4800" spc="-150" dirty="0">
                <a:solidFill>
                  <a:srgbClr val="009BD9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o</a:t>
            </a:r>
            <a:r>
              <a:rPr lang="en-US" altLang="ko-KR" sz="4800" spc="-150" dirty="0">
                <a:solidFill>
                  <a:srgbClr val="44AF35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s</a:t>
            </a:r>
            <a:r>
              <a:rPr lang="en-US" altLang="ko-KR" sz="4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 </a:t>
            </a:r>
            <a:r>
              <a:rPr lang="en-US" altLang="ko-KR" sz="4800" spc="-150" dirty="0">
                <a:solidFill>
                  <a:srgbClr val="FCCF0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1</a:t>
            </a:r>
            <a:r>
              <a:rPr lang="en-US" altLang="ko-KR" sz="4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9</a:t>
            </a:r>
            <a:r>
              <a:rPr lang="en-US" altLang="ko-KR" sz="4800" spc="-150" dirty="0">
                <a:solidFill>
                  <a:srgbClr val="44AF35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8</a:t>
            </a:r>
            <a:r>
              <a:rPr lang="en-US" altLang="ko-KR" sz="4800" spc="-150" dirty="0">
                <a:solidFill>
                  <a:srgbClr val="009BD9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5</a:t>
            </a:r>
            <a:endParaRPr lang="ko-KR" altLang="en-US" sz="4800" spc="-150" dirty="0">
              <a:solidFill>
                <a:srgbClr val="009BD9"/>
              </a:solidFill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A657CEB-0E6F-446A-A8F9-E3168AC2E53E}"/>
              </a:ext>
            </a:extLst>
          </p:cNvPr>
          <p:cNvSpPr/>
          <p:nvPr/>
        </p:nvSpPr>
        <p:spPr>
          <a:xfrm>
            <a:off x="6732852" y="6166545"/>
            <a:ext cx="22172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err="1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기맞플밍</a:t>
            </a:r>
            <a:r>
              <a:rPr lang="ko-KR" altLang="en-US" sz="160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 </a:t>
            </a:r>
            <a:r>
              <a:rPr lang="en-US" altLang="ko-KR" sz="160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7</a:t>
            </a:r>
            <a:r>
              <a:rPr lang="ko-KR" altLang="en-US" sz="160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기　</a:t>
            </a:r>
            <a:r>
              <a:rPr lang="ko-KR" altLang="en-US" sz="1600" dirty="0" err="1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김주홍</a:t>
            </a:r>
            <a:endParaRPr lang="ko-KR" altLang="en-US" sz="160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026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첫사랑이 돌아왔다">
            <a:extLst>
              <a:ext uri="{FF2B5EF4-FFF2-40B4-BE49-F238E27FC236}">
                <a16:creationId xmlns:a16="http://schemas.microsoft.com/office/drawing/2014/main" id="{58D527EA-0C9B-4FA7-9CE6-BDFBA27703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0" t="14287" r="20795"/>
          <a:stretch/>
        </p:blipFill>
        <p:spPr bwMode="auto">
          <a:xfrm>
            <a:off x="6668489" y="2518540"/>
            <a:ext cx="1045767" cy="90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8F7CEA-7924-4F2A-BF9B-ADB0EB857F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527"/>
          <a:stretch/>
        </p:blipFill>
        <p:spPr>
          <a:xfrm>
            <a:off x="6033034" y="3429000"/>
            <a:ext cx="2316681" cy="3429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9019C6-7D1B-47CF-AAA3-663C06D2D3AF}"/>
              </a:ext>
            </a:extLst>
          </p:cNvPr>
          <p:cNvSpPr/>
          <p:nvPr/>
        </p:nvSpPr>
        <p:spPr>
          <a:xfrm>
            <a:off x="6481629" y="4537795"/>
            <a:ext cx="1444626" cy="2116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1. </a:t>
            </a:r>
            <a:r>
              <a:rPr lang="ko-KR" altLang="en-US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게임소개</a:t>
            </a:r>
            <a:endParaRPr lang="en-US" altLang="ko-KR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2. </a:t>
            </a:r>
            <a:r>
              <a:rPr lang="ko-KR" altLang="en-US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구현범위</a:t>
            </a:r>
            <a:endParaRPr lang="en-US" altLang="ko-KR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3. </a:t>
            </a:r>
            <a:r>
              <a:rPr lang="ko-KR" altLang="en-US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개발일정</a:t>
            </a:r>
            <a:endParaRPr lang="en-US" altLang="ko-KR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4. </a:t>
            </a:r>
            <a:r>
              <a:rPr lang="ko-KR" altLang="en-US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구현내용</a:t>
            </a:r>
            <a:endParaRPr lang="en-US" altLang="ko-KR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5. </a:t>
            </a:r>
            <a:r>
              <a:rPr lang="ko-KR" altLang="en-US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플레이영상</a:t>
            </a:r>
          </a:p>
        </p:txBody>
      </p:sp>
      <p:pic>
        <p:nvPicPr>
          <p:cNvPr id="23" name="Picture 6" descr="슈퍼 마리오 월드 PNG 이미지 투명 배경 | PNG Play">
            <a:extLst>
              <a:ext uri="{FF2B5EF4-FFF2-40B4-BE49-F238E27FC236}">
                <a16:creationId xmlns:a16="http://schemas.microsoft.com/office/drawing/2014/main" id="{089D2B0C-6C4B-4266-B059-C9739DDD9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030" y="2061934"/>
            <a:ext cx="475824" cy="45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7DD729-8F75-48B7-B00D-754802601824}"/>
              </a:ext>
            </a:extLst>
          </p:cNvPr>
          <p:cNvSpPr/>
          <p:nvPr/>
        </p:nvSpPr>
        <p:spPr>
          <a:xfrm>
            <a:off x="6809699" y="3705637"/>
            <a:ext cx="763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8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목차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0FC666E-525E-4A9E-96DF-C669D3A32998}"/>
              </a:ext>
            </a:extLst>
          </p:cNvPr>
          <p:cNvCxnSpPr>
            <a:cxnSpLocks/>
          </p:cNvCxnSpPr>
          <p:nvPr/>
        </p:nvCxnSpPr>
        <p:spPr>
          <a:xfrm>
            <a:off x="6297641" y="4333875"/>
            <a:ext cx="1792478" cy="0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52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41AA0BB-41C8-4356-B21D-844EA371B82E}"/>
              </a:ext>
            </a:extLst>
          </p:cNvPr>
          <p:cNvSpPr/>
          <p:nvPr/>
        </p:nvSpPr>
        <p:spPr>
          <a:xfrm>
            <a:off x="1038225" y="391196"/>
            <a:ext cx="1338828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게임소개</a:t>
            </a:r>
            <a:endParaRPr lang="en-US" altLang="ko-KR" sz="2400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A8747DD-4154-45B9-BA51-1C2FC035EFCC}"/>
              </a:ext>
            </a:extLst>
          </p:cNvPr>
          <p:cNvGrpSpPr/>
          <p:nvPr/>
        </p:nvGrpSpPr>
        <p:grpSpPr>
          <a:xfrm>
            <a:off x="8010786" y="4900613"/>
            <a:ext cx="781379" cy="1595436"/>
            <a:chOff x="2433905" y="2433413"/>
            <a:chExt cx="828140" cy="16909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472C49D-36C4-4E66-B917-3163DCA4A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05" y="2733675"/>
              <a:ext cx="828140" cy="1390650"/>
            </a:xfrm>
            <a:prstGeom prst="rect">
              <a:avLst/>
            </a:prstGeom>
          </p:spPr>
        </p:pic>
        <p:pic>
          <p:nvPicPr>
            <p:cNvPr id="13" name="Picture 2" descr="첫사랑이 돌아왔다">
              <a:extLst>
                <a:ext uri="{FF2B5EF4-FFF2-40B4-BE49-F238E27FC236}">
                  <a16:creationId xmlns:a16="http://schemas.microsoft.com/office/drawing/2014/main" id="{6F4D894D-7B41-430D-9326-C822A15483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0" t="14287" r="20795"/>
            <a:stretch/>
          </p:blipFill>
          <p:spPr bwMode="auto">
            <a:xfrm>
              <a:off x="2549572" y="2433413"/>
              <a:ext cx="568766" cy="49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 descr="The Secret Levels of 'Super Mario Bros.'">
            <a:extLst>
              <a:ext uri="{FF2B5EF4-FFF2-40B4-BE49-F238E27FC236}">
                <a16:creationId xmlns:a16="http://schemas.microsoft.com/office/drawing/2014/main" id="{C89E9387-88E1-4DD7-9905-4C8021B5A3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2" b="5521"/>
          <a:stretch/>
        </p:blipFill>
        <p:spPr bwMode="auto">
          <a:xfrm>
            <a:off x="0" y="6496049"/>
            <a:ext cx="9144000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슈퍼 마리오 월드 PNG 이미지 투명 배경 | PNG Play">
            <a:extLst>
              <a:ext uri="{FF2B5EF4-FFF2-40B4-BE49-F238E27FC236}">
                <a16:creationId xmlns:a16="http://schemas.microsoft.com/office/drawing/2014/main" id="{97B8C506-DFCD-433C-A016-25325C933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35" y="519728"/>
            <a:ext cx="475824" cy="45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0C0060-A96E-3F52-8630-1E10233E889E}"/>
              </a:ext>
            </a:extLst>
          </p:cNvPr>
          <p:cNvSpPr txBox="1"/>
          <p:nvPr/>
        </p:nvSpPr>
        <p:spPr>
          <a:xfrm>
            <a:off x="1123406" y="1349829"/>
            <a:ext cx="67517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1985</a:t>
            </a:r>
            <a:r>
              <a:rPr lang="ko-KR" altLang="en-US" dirty="0"/>
              <a:t>년 닌텐도에서 발매 된 액션 </a:t>
            </a:r>
            <a:r>
              <a:rPr lang="ko-KR" altLang="en-US" dirty="0" err="1"/>
              <a:t>플랫포머</a:t>
            </a:r>
            <a:r>
              <a:rPr lang="ko-KR" altLang="en-US" dirty="0"/>
              <a:t> 게임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정교한 </a:t>
            </a:r>
            <a:r>
              <a:rPr lang="ko-KR" altLang="en-US" dirty="0" err="1"/>
              <a:t>조작감</a:t>
            </a:r>
            <a:r>
              <a:rPr lang="en-US" altLang="ko-KR" dirty="0"/>
              <a:t>, </a:t>
            </a:r>
            <a:r>
              <a:rPr lang="ko-KR" altLang="en-US" dirty="0"/>
              <a:t>점프 컨트롤이 핵심 요소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한번 지난 길은 되돌아갈 수 없는 스크롤 방식</a:t>
            </a:r>
            <a:r>
              <a:rPr lang="en-US" altLang="ko-KR" dirty="0"/>
              <a:t>, </a:t>
            </a:r>
            <a:r>
              <a:rPr lang="ko-KR" altLang="en-US" dirty="0"/>
              <a:t>숨겨진 오브젝트 등으로 긴장감을 유발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단순해 보이지만 깊이 있는 디자인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3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5D413-E067-6D80-5999-739F9AF9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8D80FD0-15F3-B283-D133-37E9B6D5260B}"/>
              </a:ext>
            </a:extLst>
          </p:cNvPr>
          <p:cNvSpPr/>
          <p:nvPr/>
        </p:nvSpPr>
        <p:spPr>
          <a:xfrm>
            <a:off x="1038225" y="391196"/>
            <a:ext cx="1338828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구현범위</a:t>
            </a:r>
            <a:endParaRPr lang="en-US" altLang="ko-KR" sz="2400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2B8222F-B2B4-99CC-B2DE-B9E8FD9864BA}"/>
              </a:ext>
            </a:extLst>
          </p:cNvPr>
          <p:cNvGrpSpPr/>
          <p:nvPr/>
        </p:nvGrpSpPr>
        <p:grpSpPr>
          <a:xfrm>
            <a:off x="8010786" y="4900613"/>
            <a:ext cx="781379" cy="1595436"/>
            <a:chOff x="2433905" y="2433413"/>
            <a:chExt cx="828140" cy="16909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5C0FA0A-3D41-D3F3-27F2-C3028B2CD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05" y="2733675"/>
              <a:ext cx="828140" cy="1390650"/>
            </a:xfrm>
            <a:prstGeom prst="rect">
              <a:avLst/>
            </a:prstGeom>
          </p:spPr>
        </p:pic>
        <p:pic>
          <p:nvPicPr>
            <p:cNvPr id="13" name="Picture 2" descr="첫사랑이 돌아왔다">
              <a:extLst>
                <a:ext uri="{FF2B5EF4-FFF2-40B4-BE49-F238E27FC236}">
                  <a16:creationId xmlns:a16="http://schemas.microsoft.com/office/drawing/2014/main" id="{D42EB66A-6FFB-4133-C474-E477E74C79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0" t="14287" r="20795"/>
            <a:stretch/>
          </p:blipFill>
          <p:spPr bwMode="auto">
            <a:xfrm>
              <a:off x="2549572" y="2433413"/>
              <a:ext cx="568766" cy="49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 descr="The Secret Levels of 'Super Mario Bros.'">
            <a:extLst>
              <a:ext uri="{FF2B5EF4-FFF2-40B4-BE49-F238E27FC236}">
                <a16:creationId xmlns:a16="http://schemas.microsoft.com/office/drawing/2014/main" id="{BF0BC629-625B-1BB4-A5AF-70CC3E5D0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2" b="5521"/>
          <a:stretch/>
        </p:blipFill>
        <p:spPr bwMode="auto">
          <a:xfrm>
            <a:off x="0" y="6496049"/>
            <a:ext cx="9144000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슈퍼 마리오 월드 PNG 이미지 투명 배경 | PNG Play">
            <a:extLst>
              <a:ext uri="{FF2B5EF4-FFF2-40B4-BE49-F238E27FC236}">
                <a16:creationId xmlns:a16="http://schemas.microsoft.com/office/drawing/2014/main" id="{5BE9640A-F908-D66A-5E70-93C10F046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35" y="519728"/>
            <a:ext cx="475824" cy="45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767C3-E8A6-51A8-F581-760678B268CF}"/>
              </a:ext>
            </a:extLst>
          </p:cNvPr>
          <p:cNvSpPr txBox="1"/>
          <p:nvPr/>
        </p:nvSpPr>
        <p:spPr>
          <a:xfrm>
            <a:off x="1123406" y="1349829"/>
            <a:ext cx="67517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Stage 1-1</a:t>
            </a:r>
          </a:p>
          <a:p>
            <a:endParaRPr lang="en-US" altLang="ko-KR" sz="2800" dirty="0"/>
          </a:p>
          <a:p>
            <a:pPr marL="457200" indent="-457200">
              <a:buFont typeface="+mj-lt"/>
              <a:buAutoNum type="arabicPeriod"/>
            </a:pP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2A0979-7E91-ECEB-1A68-4D3D5C7C9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406" y="1923568"/>
            <a:ext cx="6751788" cy="381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6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D7475-8E39-AB5A-1EBF-56D4AFA0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763F984-9D29-DFE0-EF47-25673CAFED05}"/>
              </a:ext>
            </a:extLst>
          </p:cNvPr>
          <p:cNvSpPr/>
          <p:nvPr/>
        </p:nvSpPr>
        <p:spPr>
          <a:xfrm>
            <a:off x="1038225" y="391196"/>
            <a:ext cx="1338828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개발일정</a:t>
            </a:r>
            <a:endParaRPr lang="en-US" altLang="ko-KR" sz="2400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9FBFD5-2593-2E13-0462-0702FBFA4AD1}"/>
              </a:ext>
            </a:extLst>
          </p:cNvPr>
          <p:cNvGrpSpPr/>
          <p:nvPr/>
        </p:nvGrpSpPr>
        <p:grpSpPr>
          <a:xfrm>
            <a:off x="8010786" y="4900613"/>
            <a:ext cx="781379" cy="1595436"/>
            <a:chOff x="2433905" y="2433413"/>
            <a:chExt cx="828140" cy="16909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4D3B6E0-67EE-283B-3C50-13C416ED0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05" y="2733675"/>
              <a:ext cx="828140" cy="1390650"/>
            </a:xfrm>
            <a:prstGeom prst="rect">
              <a:avLst/>
            </a:prstGeom>
          </p:spPr>
        </p:pic>
        <p:pic>
          <p:nvPicPr>
            <p:cNvPr id="13" name="Picture 2" descr="첫사랑이 돌아왔다">
              <a:extLst>
                <a:ext uri="{FF2B5EF4-FFF2-40B4-BE49-F238E27FC236}">
                  <a16:creationId xmlns:a16="http://schemas.microsoft.com/office/drawing/2014/main" id="{707F120C-0831-5680-AD20-C45A9B3541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0" t="14287" r="20795"/>
            <a:stretch/>
          </p:blipFill>
          <p:spPr bwMode="auto">
            <a:xfrm>
              <a:off x="2549572" y="2433413"/>
              <a:ext cx="568766" cy="49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 descr="The Secret Levels of 'Super Mario Bros.'">
            <a:extLst>
              <a:ext uri="{FF2B5EF4-FFF2-40B4-BE49-F238E27FC236}">
                <a16:creationId xmlns:a16="http://schemas.microsoft.com/office/drawing/2014/main" id="{3668B4A1-4EBC-CD64-20D3-F277B888A6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2" b="5521"/>
          <a:stretch/>
        </p:blipFill>
        <p:spPr bwMode="auto">
          <a:xfrm>
            <a:off x="0" y="6496049"/>
            <a:ext cx="9144000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슈퍼 마리오 월드 PNG 이미지 투명 배경 | PNG Play">
            <a:extLst>
              <a:ext uri="{FF2B5EF4-FFF2-40B4-BE49-F238E27FC236}">
                <a16:creationId xmlns:a16="http://schemas.microsoft.com/office/drawing/2014/main" id="{5DFB045D-EE30-5DFC-2683-3B3BFAD73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35" y="519728"/>
            <a:ext cx="475824" cy="45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084185-962F-4778-7EBF-0304BF801E85}"/>
              </a:ext>
            </a:extLst>
          </p:cNvPr>
          <p:cNvSpPr txBox="1"/>
          <p:nvPr/>
        </p:nvSpPr>
        <p:spPr>
          <a:xfrm>
            <a:off x="1123406" y="1349829"/>
            <a:ext cx="67517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err="1"/>
              <a:t>마리오</a:t>
            </a:r>
            <a:r>
              <a:rPr lang="ko-KR" altLang="en-US" dirty="0"/>
              <a:t> 조작과 </a:t>
            </a:r>
            <a:r>
              <a:rPr lang="ko-KR" altLang="en-US" dirty="0" err="1"/>
              <a:t>타일맵</a:t>
            </a:r>
            <a:r>
              <a:rPr lang="en-US" altLang="ko-KR" dirty="0"/>
              <a:t>, </a:t>
            </a:r>
            <a:r>
              <a:rPr lang="ko-KR" altLang="en-US" dirty="0"/>
              <a:t>배경 제작 등 기본적 요소 구현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블록과 </a:t>
            </a:r>
            <a:r>
              <a:rPr lang="ko-KR" altLang="en-US" dirty="0" err="1"/>
              <a:t>굼바</a:t>
            </a:r>
            <a:r>
              <a:rPr lang="en-US" altLang="ko-KR" dirty="0"/>
              <a:t>, </a:t>
            </a:r>
            <a:r>
              <a:rPr lang="ko-KR" altLang="en-US" dirty="0"/>
              <a:t>아이템 등 상호작용 요소 구현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사망 조건</a:t>
            </a:r>
            <a:r>
              <a:rPr lang="en-US" altLang="ko-KR" dirty="0"/>
              <a:t>, </a:t>
            </a:r>
            <a:r>
              <a:rPr lang="ko-KR" altLang="en-US" dirty="0"/>
              <a:t>클리어 </a:t>
            </a:r>
            <a:r>
              <a:rPr lang="ko-KR" altLang="en-US" dirty="0" err="1"/>
              <a:t>조건같은</a:t>
            </a:r>
            <a:r>
              <a:rPr lang="ko-KR" altLang="en-US" dirty="0"/>
              <a:t> 게임 흐름 및 진행 요소 구현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UI </a:t>
            </a:r>
            <a:r>
              <a:rPr lang="ko-KR" altLang="en-US" dirty="0"/>
              <a:t>및 사운드 구현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디버깅 및 프로젝트 마무리</a:t>
            </a:r>
          </a:p>
        </p:txBody>
      </p:sp>
    </p:spTree>
    <p:extLst>
      <p:ext uri="{BB962C8B-B14F-4D97-AF65-F5344CB8AC3E}">
        <p14:creationId xmlns:p14="http://schemas.microsoft.com/office/powerpoint/2010/main" val="399240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77446-5FE7-8A25-4176-07C592E0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0CAF926-339F-C716-BF89-71C8E031DFF3}"/>
              </a:ext>
            </a:extLst>
          </p:cNvPr>
          <p:cNvSpPr/>
          <p:nvPr/>
        </p:nvSpPr>
        <p:spPr>
          <a:xfrm>
            <a:off x="1038225" y="391196"/>
            <a:ext cx="1338828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구현내용</a:t>
            </a:r>
            <a:endParaRPr lang="en-US" altLang="ko-KR" sz="2400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DE49C0-8CCC-2EE5-E634-07FB24DB65A0}"/>
              </a:ext>
            </a:extLst>
          </p:cNvPr>
          <p:cNvGrpSpPr/>
          <p:nvPr/>
        </p:nvGrpSpPr>
        <p:grpSpPr>
          <a:xfrm>
            <a:off x="8010786" y="4900613"/>
            <a:ext cx="781379" cy="1595436"/>
            <a:chOff x="2433905" y="2433413"/>
            <a:chExt cx="828140" cy="16909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D480B9E-B26F-FEF6-1666-D173F8E97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05" y="2733675"/>
              <a:ext cx="828140" cy="1390650"/>
            </a:xfrm>
            <a:prstGeom prst="rect">
              <a:avLst/>
            </a:prstGeom>
          </p:spPr>
        </p:pic>
        <p:pic>
          <p:nvPicPr>
            <p:cNvPr id="13" name="Picture 2" descr="첫사랑이 돌아왔다">
              <a:extLst>
                <a:ext uri="{FF2B5EF4-FFF2-40B4-BE49-F238E27FC236}">
                  <a16:creationId xmlns:a16="http://schemas.microsoft.com/office/drawing/2014/main" id="{A7747D61-DD0B-6D49-DEF2-0DAFDCD498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0" t="14287" r="20795"/>
            <a:stretch/>
          </p:blipFill>
          <p:spPr bwMode="auto">
            <a:xfrm>
              <a:off x="2549572" y="2433413"/>
              <a:ext cx="568766" cy="49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 descr="The Secret Levels of 'Super Mario Bros.'">
            <a:extLst>
              <a:ext uri="{FF2B5EF4-FFF2-40B4-BE49-F238E27FC236}">
                <a16:creationId xmlns:a16="http://schemas.microsoft.com/office/drawing/2014/main" id="{11C99996-D50E-F662-432D-9F5FF99B0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2" b="5521"/>
          <a:stretch/>
        </p:blipFill>
        <p:spPr bwMode="auto">
          <a:xfrm>
            <a:off x="0" y="6496049"/>
            <a:ext cx="9144000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슈퍼 마리오 월드 PNG 이미지 투명 배경 | PNG Play">
            <a:extLst>
              <a:ext uri="{FF2B5EF4-FFF2-40B4-BE49-F238E27FC236}">
                <a16:creationId xmlns:a16="http://schemas.microsoft.com/office/drawing/2014/main" id="{4A86BB00-8388-1B02-EFE6-03DC1DE0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35" y="519728"/>
            <a:ext cx="475824" cy="45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C2CED6-4AB6-986E-FD50-7DBFE53FA3F4}"/>
              </a:ext>
            </a:extLst>
          </p:cNvPr>
          <p:cNvSpPr txBox="1"/>
          <p:nvPr/>
        </p:nvSpPr>
        <p:spPr>
          <a:xfrm>
            <a:off x="1123406" y="1349829"/>
            <a:ext cx="6751788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/>
              <a:t>마리오</a:t>
            </a:r>
            <a:endParaRPr lang="en-US" altLang="ko-KR" sz="2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달리기 중 반대 방향키를 누르면 </a:t>
            </a:r>
            <a:r>
              <a:rPr lang="ko-KR" altLang="en-US" sz="1400" dirty="0" err="1"/>
              <a:t>멈출때까지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스탑모션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점프키를 입력한 시간만큼 높게 점프하는 </a:t>
            </a:r>
            <a:r>
              <a:rPr lang="ko-KR" altLang="en-US" sz="1400" dirty="0" err="1"/>
              <a:t>매커니즘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/>
              <a:t>굼바</a:t>
            </a:r>
            <a:r>
              <a:rPr lang="en-US" altLang="ko-KR" sz="2400" dirty="0"/>
              <a:t>(</a:t>
            </a:r>
            <a:r>
              <a:rPr lang="ko-KR" altLang="en-US" sz="2400" dirty="0"/>
              <a:t>버섯 모양의 적</a:t>
            </a:r>
            <a:r>
              <a:rPr lang="en-US" altLang="ko-KR" sz="24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플레이어와 상호작용하여 사이드 히트박스와 충돌 시 플레이어 사망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바텀</a:t>
            </a:r>
            <a:r>
              <a:rPr lang="ko-KR" altLang="en-US" sz="1400" dirty="0"/>
              <a:t> 히트박스와 충돌 시 </a:t>
            </a:r>
            <a:r>
              <a:rPr lang="ko-KR" altLang="en-US" sz="1400" dirty="0" err="1"/>
              <a:t>굼바</a:t>
            </a:r>
            <a:r>
              <a:rPr lang="ko-KR" altLang="en-US" sz="1400" dirty="0"/>
              <a:t> 사망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/>
              <a:t>플레이어 위치에 따라 소환되게 하여 매 </a:t>
            </a:r>
            <a:r>
              <a:rPr lang="ko-KR" altLang="en-US" sz="1400" dirty="0" err="1"/>
              <a:t>씬마다</a:t>
            </a:r>
            <a:r>
              <a:rPr lang="ko-KR" altLang="en-US" sz="1400" dirty="0"/>
              <a:t> 같은 곳에서 생성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블록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1400" dirty="0"/>
              <a:t>블록 종류</a:t>
            </a:r>
            <a:r>
              <a:rPr lang="en-US" altLang="ko-KR" sz="1400" dirty="0"/>
              <a:t>, </a:t>
            </a:r>
            <a:r>
              <a:rPr lang="ko-KR" altLang="en-US" sz="1400" dirty="0"/>
              <a:t>플레이어 상태에 따라 각각 결과 및 애니메이션 출력</a:t>
            </a:r>
            <a:endParaRPr lang="en-US" altLang="ko-KR" sz="1400" dirty="0"/>
          </a:p>
          <a:p>
            <a:pPr marL="457200" indent="-457200">
              <a:buFont typeface="+mj-lt"/>
              <a:buAutoNum type="arabicPeriod"/>
            </a:pP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0312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E955-78CE-37CE-CF32-DC09E365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22AC608-4866-89A5-C7BF-41327F5C63F5}"/>
              </a:ext>
            </a:extLst>
          </p:cNvPr>
          <p:cNvSpPr/>
          <p:nvPr/>
        </p:nvSpPr>
        <p:spPr>
          <a:xfrm>
            <a:off x="1038225" y="391196"/>
            <a:ext cx="1338828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50" dirty="0"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시연영상</a:t>
            </a:r>
            <a:endParaRPr lang="en-US" altLang="ko-KR" sz="2400" spc="-150" dirty="0"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9EC8A79-AF6D-A6FB-34BF-FBEA1CC92737}"/>
              </a:ext>
            </a:extLst>
          </p:cNvPr>
          <p:cNvGrpSpPr/>
          <p:nvPr/>
        </p:nvGrpSpPr>
        <p:grpSpPr>
          <a:xfrm>
            <a:off x="8010786" y="4900613"/>
            <a:ext cx="781379" cy="1595436"/>
            <a:chOff x="2433905" y="2433413"/>
            <a:chExt cx="828140" cy="16909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7B0877-99C2-B598-44A2-0B4D5C768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05" y="2733675"/>
              <a:ext cx="828140" cy="1390650"/>
            </a:xfrm>
            <a:prstGeom prst="rect">
              <a:avLst/>
            </a:prstGeom>
          </p:spPr>
        </p:pic>
        <p:pic>
          <p:nvPicPr>
            <p:cNvPr id="13" name="Picture 2" descr="첫사랑이 돌아왔다">
              <a:extLst>
                <a:ext uri="{FF2B5EF4-FFF2-40B4-BE49-F238E27FC236}">
                  <a16:creationId xmlns:a16="http://schemas.microsoft.com/office/drawing/2014/main" id="{D5243528-0416-D750-66B0-4E4AFBD3AE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0" t="14287" r="20795"/>
            <a:stretch/>
          </p:blipFill>
          <p:spPr bwMode="auto">
            <a:xfrm>
              <a:off x="2549572" y="2433413"/>
              <a:ext cx="568766" cy="49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6" descr="The Secret Levels of 'Super Mario Bros.'">
            <a:extLst>
              <a:ext uri="{FF2B5EF4-FFF2-40B4-BE49-F238E27FC236}">
                <a16:creationId xmlns:a16="http://schemas.microsoft.com/office/drawing/2014/main" id="{54484906-151E-72AD-58FE-294078C81E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2" b="5521"/>
          <a:stretch/>
        </p:blipFill>
        <p:spPr bwMode="auto">
          <a:xfrm>
            <a:off x="0" y="6496049"/>
            <a:ext cx="9144000" cy="36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슈퍼 마리오 월드 PNG 이미지 투명 배경 | PNG Play">
            <a:extLst>
              <a:ext uri="{FF2B5EF4-FFF2-40B4-BE49-F238E27FC236}">
                <a16:creationId xmlns:a16="http://schemas.microsoft.com/office/drawing/2014/main" id="{5678004D-38BF-11E0-D1D1-437C32410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35" y="519728"/>
            <a:ext cx="475824" cy="45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2025-07-20 23-14-25">
            <a:hlinkClick r:id="" action="ppaction://media"/>
            <a:extLst>
              <a:ext uri="{FF2B5EF4-FFF2-40B4-BE49-F238E27FC236}">
                <a16:creationId xmlns:a16="http://schemas.microsoft.com/office/drawing/2014/main" id="{21C590D7-5D6E-63B9-8EB2-B3CABE74D8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518685" y="1698788"/>
            <a:ext cx="6106629" cy="34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2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8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E4B6AA0-1C08-4089-9956-9CC4220DF7D3}"/>
              </a:ext>
            </a:extLst>
          </p:cNvPr>
          <p:cNvGrpSpPr/>
          <p:nvPr/>
        </p:nvGrpSpPr>
        <p:grpSpPr>
          <a:xfrm>
            <a:off x="3762375" y="2713584"/>
            <a:ext cx="1619250" cy="3306216"/>
            <a:chOff x="2433905" y="2433413"/>
            <a:chExt cx="828140" cy="169091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DE1C333-45D4-4F02-A496-C3E87DB53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905" y="2733675"/>
              <a:ext cx="828140" cy="1390650"/>
            </a:xfrm>
            <a:prstGeom prst="rect">
              <a:avLst/>
            </a:prstGeom>
          </p:spPr>
        </p:pic>
        <p:pic>
          <p:nvPicPr>
            <p:cNvPr id="7" name="Picture 2" descr="첫사랑이 돌아왔다">
              <a:extLst>
                <a:ext uri="{FF2B5EF4-FFF2-40B4-BE49-F238E27FC236}">
                  <a16:creationId xmlns:a16="http://schemas.microsoft.com/office/drawing/2014/main" id="{A9C738E1-3AD0-4E3F-A45B-18143C5AD6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50" t="14287" r="20795"/>
            <a:stretch/>
          </p:blipFill>
          <p:spPr bwMode="auto">
            <a:xfrm>
              <a:off x="2549572" y="2433413"/>
              <a:ext cx="568766" cy="49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DB5B5F-4514-49AD-A91E-108C3A961DE0}"/>
              </a:ext>
            </a:extLst>
          </p:cNvPr>
          <p:cNvSpPr/>
          <p:nvPr/>
        </p:nvSpPr>
        <p:spPr>
          <a:xfrm>
            <a:off x="3739831" y="3652179"/>
            <a:ext cx="1627369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400" spc="-150" dirty="0">
                <a:solidFill>
                  <a:schemeClr val="bg1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감사합니다</a:t>
            </a:r>
            <a:endParaRPr lang="en-US" altLang="ko-KR" sz="2400" spc="-150" dirty="0">
              <a:solidFill>
                <a:schemeClr val="bg1"/>
              </a:solidFill>
              <a:latin typeface="배달의민족 한나체 Pro" panose="020B0600000101010101" pitchFamily="50" charset="-127"/>
              <a:ea typeface="배달의민족 한나체 Pro" panose="020B0600000101010101" pitchFamily="50" charset="-127"/>
            </a:endParaRPr>
          </a:p>
        </p:txBody>
      </p:sp>
      <p:pic>
        <p:nvPicPr>
          <p:cNvPr id="3078" name="Picture 6" descr="The Secret Levels of 'Super Mario Bros.'">
            <a:extLst>
              <a:ext uri="{FF2B5EF4-FFF2-40B4-BE49-F238E27FC236}">
                <a16:creationId xmlns:a16="http://schemas.microsoft.com/office/drawing/2014/main" id="{9C1AAD2D-1704-47E5-BA91-0492DEAE0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2"/>
          <a:stretch/>
        </p:blipFill>
        <p:spPr bwMode="auto">
          <a:xfrm>
            <a:off x="0" y="6019800"/>
            <a:ext cx="9144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3DADE3-668E-5ABE-F657-FBC0E647365E}"/>
              </a:ext>
            </a:extLst>
          </p:cNvPr>
          <p:cNvSpPr txBox="1"/>
          <p:nvPr/>
        </p:nvSpPr>
        <p:spPr>
          <a:xfrm>
            <a:off x="3776802" y="574213"/>
            <a:ext cx="1535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spc="-150" dirty="0">
                <a:solidFill>
                  <a:srgbClr val="009BD9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Ｑ</a:t>
            </a:r>
            <a:r>
              <a:rPr lang="ko-KR" altLang="en-US" sz="3600" spc="-150" dirty="0">
                <a:solidFill>
                  <a:srgbClr val="FCCF0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＆</a:t>
            </a:r>
            <a:r>
              <a:rPr lang="ko-KR" altLang="en-US" sz="3600" spc="-150" dirty="0">
                <a:solidFill>
                  <a:srgbClr val="E62310"/>
                </a:solidFill>
                <a:latin typeface="배달의민족 한나체 Pro" panose="020B0600000101010101" pitchFamily="50" charset="-127"/>
                <a:ea typeface="배달의민족 한나체 Pro" panose="020B0600000101010101" pitchFamily="50" charset="-127"/>
              </a:rPr>
              <a:t>Ａ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9267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168</Words>
  <Application>Microsoft Office PowerPoint</Application>
  <PresentationFormat>화면 슬라이드 쇼(4:3)</PresentationFormat>
  <Paragraphs>47</Paragraphs>
  <Slides>8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배달의민족 한나체 Pro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sawoo</dc:creator>
  <cp:lastModifiedBy>wnghd007@naver.com</cp:lastModifiedBy>
  <cp:revision>6</cp:revision>
  <dcterms:created xsi:type="dcterms:W3CDTF">2022-05-01T03:10:48Z</dcterms:created>
  <dcterms:modified xsi:type="dcterms:W3CDTF">2025-07-20T16:28:53Z</dcterms:modified>
</cp:coreProperties>
</file>